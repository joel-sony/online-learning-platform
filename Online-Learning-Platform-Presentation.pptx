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05840"/>
            <a:ext cx="4206240" cy="4206240"/>
          </a:xfrm>
          <a:prstGeom prst="ellipse">
            <a:avLst/>
          </a:prstGeom>
          <a:ln w="19050">
            <a:solidFill>
              <a:srgbClr val="243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-411480"/>
            <a:ext cx="3017520" cy="3017520"/>
          </a:xfrm>
          <a:prstGeom prst="ellipse">
            <a:avLst/>
          </a:prstGeom>
          <a:ln w="19050">
            <a:solidFill>
              <a:srgbClr val="2C3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82880"/>
            <a:ext cx="1828800" cy="1828800"/>
          </a:xfrm>
          <a:prstGeom prst="ellipse">
            <a:avLst/>
          </a:prstGeom>
          <a:ln w="19050">
            <a:solidFill>
              <a:srgbClr val="433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5212080"/>
            <a:ext cx="2377440" cy="2377440"/>
          </a:xfrm>
          <a:prstGeom prst="ellipse">
            <a:avLst/>
          </a:prstGeom>
          <a:solidFill>
            <a:srgbClr val="4338C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822960" y="-822960"/>
            <a:ext cx="2377440" cy="237744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 ·  FINAL PROJECT PRESENTATION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 Platform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for course creation, enrollment, payments,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and real-time student–mentor interaction.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1772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25396" y="4617720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5396" y="4617720"/>
            <a:ext cx="736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461772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6177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461772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46177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87568" y="4617720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4617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5669280" cy="0"/>
          </a:xfrm>
          <a:prstGeom prst="line">
            <a:avLst/>
          </a:prstGeom>
          <a:noFill/>
          <a:ln w="19050">
            <a:solidFill>
              <a:srgbClr val="3A45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3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Mentor: [Mentor 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platform?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education is everywhere — but building the engine behind it touches almost every part of web development.</a:t>
            </a:r>
            <a:endParaRPr lang="en-US" sz="16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complete online learning platform where mentors publish courses, students enrol and learn, and admins keep the marketplace healthy.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built end-to-end during the internship — from database design and REST APIs to a React interface, payments and real-time features.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1755648"/>
            <a:ext cx="4983480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85432" y="2020824"/>
            <a:ext cx="493776" cy="493776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6885432" y="2020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0" y="1901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buy and complete courses at your own pace.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2944368"/>
            <a:ext cx="4983480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85432" y="3209544"/>
            <a:ext cx="493776" cy="493776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6885432" y="3209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3090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3447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build courses, quizzes and track learners.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4133088"/>
            <a:ext cx="4983480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85432" y="4398264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85432" y="4398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4279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4636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approve, moderate and handle refunds.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13684"/>
            </a:avLst>
          </a:prstGeom>
          <a:solidFill>
            <a:srgbClr val="1217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product that a junior developer can understand in under five minutes — </a:t>
            </a:r>
            <a:pPr indent="0" marL="0">
              <a:buNone/>
            </a:pPr>
            <a:r>
              <a:rPr lang="en-US" sz="155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over clever, working over perfect.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learning lifecycle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everything from course creation to certification in one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39112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secure experiences for students, mentors and admins.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39112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06840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payments flow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94192" y="26060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Stripe &amp; PayPal sandboxes with webhooks and refunds.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977640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9593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engagement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and instant notifications using WebSockets.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721608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977640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12080" y="39593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maintainable code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99432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monolith — no over-engineering, easy to explain.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721608"/>
            <a:ext cx="350215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977640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6840" y="39593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product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94192" y="4544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with Docker and cloud-ready configuration.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474720" cy="347472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in numbers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15184" cy="1965960"/>
          </a:xfrm>
          <a:prstGeom prst="roundRect">
            <a:avLst>
              <a:gd name="adj" fmla="val 6512"/>
            </a:avLst>
          </a:prstGeom>
          <a:solidFill>
            <a:srgbClr val="1E255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9424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04288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493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Mentor · Admin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2615184" cy="1965960"/>
          </a:xfrm>
          <a:prstGeom prst="roundRect">
            <a:avLst>
              <a:gd name="adj" fmla="val 6512"/>
            </a:avLst>
          </a:prstGeom>
          <a:solidFill>
            <a:srgbClr val="1E2551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249424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304288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493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courses, payments…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615184" cy="1965960"/>
          </a:xfrm>
          <a:prstGeom prst="roundRect">
            <a:avLst>
              <a:gd name="adj" fmla="val 6512"/>
            </a:avLst>
          </a:prstGeom>
          <a:solidFill>
            <a:srgbClr val="1E2551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2249424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304288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493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PayPal sandbox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1920240"/>
            <a:ext cx="2615184" cy="1965960"/>
          </a:xfrm>
          <a:prstGeom prst="roundRect">
            <a:avLst>
              <a:gd name="adj" fmla="val 6512"/>
            </a:avLst>
          </a:prstGeom>
          <a:solidFill>
            <a:srgbClr val="1E2551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2249424"/>
            <a:ext cx="502920" cy="109728"/>
          </a:xfrm>
          <a:prstGeom prst="roundRect">
            <a:avLst>
              <a:gd name="adj" fmla="val 50000"/>
            </a:avLst>
          </a:prstGeom>
          <a:solidFill>
            <a:srgbClr val="F5715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2304288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9189720" y="3200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7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6880" y="3493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 admin reporting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single, well-organised codebase (a modular monolith) rather than many moving parts — keeping it easy to run, review and demo.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three experiences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2152" cy="434340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4338C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502152" cy="5029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90779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courses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enrol securely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lessons &amp; take quizzes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&amp; earn certificates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courses &amp; join Q&amp;A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02152" cy="434340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78308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0EA5A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331720"/>
            <a:ext cx="3502152" cy="50292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20574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290779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courses, modules &amp; lessons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quizzes &amp; announcements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in live Q&amp;A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learner analytics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course publication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02152" cy="434340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78308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331720"/>
            <a:ext cx="3502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89720" y="20574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58200" y="3063240"/>
            <a:ext cx="290779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mentors &amp; courses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reviews &amp; content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roles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refunds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platform reports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E5E4F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93852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81328" y="2304288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with role-based permissions.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502920" cy="502920"/>
          </a:xfrm>
          <a:prstGeom prst="ellipse">
            <a:avLst/>
          </a:prstGeom>
          <a:solidFill>
            <a:srgbClr val="D6F1EF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76088" y="193852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builder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76088" y="2304288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lessons — video, PDF, docs.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11680"/>
            <a:ext cx="502920" cy="502920"/>
          </a:xfrm>
          <a:prstGeom prst="ellipse">
            <a:avLst/>
          </a:prstGeom>
          <a:solidFill>
            <a:srgbClr val="FDEFD3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70848" y="1938528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070848" y="2304288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PayPal with refunds.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529584"/>
            <a:ext cx="502920" cy="502920"/>
          </a:xfrm>
          <a:prstGeom prst="ellipse">
            <a:avLst/>
          </a:prstGeom>
          <a:solidFill>
            <a:srgbClr val="EDE5F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certificates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81328" y="38221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tracking and completion.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255264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529584"/>
            <a:ext cx="502920" cy="502920"/>
          </a:xfrm>
          <a:prstGeom prst="ellipse">
            <a:avLst/>
          </a:prstGeom>
          <a:solidFill>
            <a:srgbClr val="FBE0DB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76088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Quizzes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276088" y="38221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create, students attempt.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255264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529584"/>
            <a:ext cx="502920" cy="502920"/>
          </a:xfrm>
          <a:prstGeom prst="ellipse">
            <a:avLst/>
          </a:prstGeom>
          <a:solidFill>
            <a:srgbClr val="E6E7FD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70848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&amp; reviews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070848" y="382219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per student, moderated.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047488"/>
            <a:ext cx="502920" cy="502920"/>
          </a:xfrm>
          <a:prstGeom prst="ellipse">
            <a:avLst/>
          </a:prstGeom>
          <a:solidFill>
            <a:srgbClr val="D6F1EF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81328" y="4974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Q&amp;A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481328" y="5340096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Threaded, pinned, mentor-badged.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43400" y="4773168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9432" y="5047488"/>
            <a:ext cx="502920" cy="502920"/>
          </a:xfrm>
          <a:prstGeom prst="ellipse">
            <a:avLst/>
          </a:prstGeom>
          <a:solidFill>
            <a:srgbClr val="E5E4FB"/>
          </a:solidFill>
          <a:ln/>
        </p:spPr>
      </p:sp>
      <p:sp>
        <p:nvSpPr>
          <p:cNvPr id="41" name="Text 39"/>
          <p:cNvSpPr/>
          <p:nvPr/>
        </p:nvSpPr>
        <p:spPr>
          <a:xfrm>
            <a:off x="4599432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76088" y="4974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5276088" y="5340096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live and email alerts.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138160" y="4773168"/>
            <a:ext cx="35021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94192" y="5047488"/>
            <a:ext cx="502920" cy="502920"/>
          </a:xfrm>
          <a:prstGeom prst="ellipse">
            <a:avLst/>
          </a:prstGeom>
          <a:solidFill>
            <a:srgbClr val="FDEFD3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070848" y="4974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filters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9070848" y="5340096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price, level, language, rating.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2066544" cy="45720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20665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2075688"/>
            <a:ext cx="2066544" cy="457200"/>
          </a:xfrm>
          <a:prstGeom prst="roundRect">
            <a:avLst>
              <a:gd name="adj" fmla="val 20000"/>
            </a:avLst>
          </a:prstGeom>
          <a:solidFill>
            <a:srgbClr val="0EA5A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0756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58184" y="2743200"/>
            <a:ext cx="20665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(auth)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075688"/>
            <a:ext cx="2066544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756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Realtime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38544" y="2743200"/>
            <a:ext cx="20665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media storage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78308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64040" y="2075688"/>
            <a:ext cx="2066544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207568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Deploy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18904" y="2743200"/>
            <a:ext cx="20665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PayPal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Compose</a:t>
            </a:r>
            <a:endParaRPr lang="en-US" sz="14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(Render)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3684"/>
            </a:avLst>
          </a:prstGeom>
          <a:solidFill>
            <a:srgbClr val="1217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Batteries-included, widely used, and well-documented — the fastest path to a correct, maintainable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fits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438912" cy="438912"/>
          </a:xfrm>
          <a:prstGeom prst="ellipse">
            <a:avLst/>
          </a:prstGeom>
          <a:solidFill>
            <a:srgbClr val="E5E4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— React single-page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 · Student / Mentor / Admin dashboards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929384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EAE9F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9293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46920" y="1929384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DEF3F1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0" y="19293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2560320"/>
            <a:ext cx="0" cy="502920"/>
          </a:xfrm>
          <a:prstGeom prst="line">
            <a:avLst/>
          </a:prstGeom>
          <a:noFill/>
          <a:ln w="25400">
            <a:solidFill>
              <a:srgbClr val="4338CA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579608" y="2560320"/>
            <a:ext cx="0" cy="50292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063240"/>
            <a:ext cx="11091672" cy="1234440"/>
          </a:xfrm>
          <a:prstGeom prst="roundRect">
            <a:avLst>
              <a:gd name="adj" fmla="val 9630"/>
            </a:avLst>
          </a:prstGeom>
          <a:solidFill>
            <a:srgbClr val="EEF0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95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 ·  Django + REST Framework + Channels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3685032"/>
            <a:ext cx="138623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85032"/>
            <a:ext cx="13862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Auth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01214" y="3685032"/>
            <a:ext cx="961034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1214" y="3685032"/>
            <a:ext cx="9610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08553" y="3685032"/>
            <a:ext cx="1301191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8553" y="3685032"/>
            <a:ext cx="13011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56048" y="3685032"/>
            <a:ext cx="1046074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685032"/>
            <a:ext cx="1046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8426" y="3685032"/>
            <a:ext cx="1046074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8426" y="3685032"/>
            <a:ext cx="1046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40803" y="3685032"/>
            <a:ext cx="620878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0803" y="3685032"/>
            <a:ext cx="620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07985" y="3685032"/>
            <a:ext cx="147127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7985" y="3685032"/>
            <a:ext cx="14712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725558" y="3685032"/>
            <a:ext cx="790956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5558" y="3685032"/>
            <a:ext cx="7909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11680" y="4297680"/>
            <a:ext cx="0" cy="457200"/>
          </a:xfrm>
          <a:prstGeom prst="line">
            <a:avLst/>
          </a:prstGeom>
          <a:noFill/>
          <a:ln w="1905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0" y="4297680"/>
            <a:ext cx="0" cy="457200"/>
          </a:xfrm>
          <a:prstGeom prst="line">
            <a:avLst/>
          </a:prstGeom>
          <a:noFill/>
          <a:ln w="1905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32320" y="4297680"/>
            <a:ext cx="0" cy="457200"/>
          </a:xfrm>
          <a:prstGeom prst="line">
            <a:avLst/>
          </a:prstGeom>
          <a:noFill/>
          <a:ln w="1905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92640" y="4297680"/>
            <a:ext cx="0" cy="457200"/>
          </a:xfrm>
          <a:prstGeom prst="line">
            <a:avLst/>
          </a:prstGeom>
          <a:noFill/>
          <a:ln w="19050">
            <a:solidFill>
              <a:srgbClr val="9AA0C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489204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" y="5148072"/>
            <a:ext cx="146304" cy="1463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9" name="Text 37"/>
          <p:cNvSpPr/>
          <p:nvPr/>
        </p:nvSpPr>
        <p:spPr>
          <a:xfrm>
            <a:off x="1042416" y="50657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04672" y="5513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data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29000" y="489204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85032" y="5148072"/>
            <a:ext cx="146304" cy="146304"/>
          </a:xfrm>
          <a:prstGeom prst="ellipse">
            <a:avLst/>
          </a:prstGeom>
          <a:solidFill>
            <a:srgbClr val="F5715A"/>
          </a:solidFill>
          <a:ln/>
        </p:spPr>
      </p:sp>
      <p:sp>
        <p:nvSpPr>
          <p:cNvPr id="43" name="Text 41"/>
          <p:cNvSpPr/>
          <p:nvPr/>
        </p:nvSpPr>
        <p:spPr>
          <a:xfrm>
            <a:off x="3922776" y="50657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3685032" y="5513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channel layer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0" y="489204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65392" y="5148072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47" name="Text 45"/>
          <p:cNvSpPr/>
          <p:nvPr/>
        </p:nvSpPr>
        <p:spPr>
          <a:xfrm>
            <a:off x="6803136" y="50657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6565392" y="5513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docs &amp; media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89720" y="489204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445752" y="51480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9683496" y="50657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· PayPal · Email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9445752" y="5513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discovery to certificate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66544"/>
            <a:ext cx="512064" cy="51206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finds a course using filters.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2427732"/>
            <a:ext cx="219456" cy="219456"/>
          </a:xfrm>
          <a:prstGeom prst="chevron">
            <a:avLst/>
          </a:prstGeom>
          <a:solidFill>
            <a:srgbClr val="B9BEDC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8288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06654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0848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5032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via Stripe or PayPal sandbox.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2472" y="2427732"/>
            <a:ext cx="219456" cy="219456"/>
          </a:xfrm>
          <a:prstGeom prst="chevron">
            <a:avLst/>
          </a:prstGeom>
          <a:solidFill>
            <a:srgbClr val="B9BE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8288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066544"/>
            <a:ext cx="512064" cy="512064"/>
          </a:xfrm>
          <a:prstGeom prst="ellipse">
            <a:avLst/>
          </a:prstGeom>
          <a:solidFill>
            <a:srgbClr val="F571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20848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payment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65392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confirms the transaction.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42832" y="2427732"/>
            <a:ext cx="219456" cy="219456"/>
          </a:xfrm>
          <a:prstGeom prst="chevron">
            <a:avLst/>
          </a:prstGeom>
          <a:solidFill>
            <a:srgbClr val="B9BED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18288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45752" y="2066544"/>
            <a:ext cx="512064" cy="512064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04120" y="20848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Auto-enrol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45752" y="26517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created on success.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97312" y="3246120"/>
            <a:ext cx="0" cy="320040"/>
          </a:xfrm>
          <a:prstGeom prst="line">
            <a:avLst/>
          </a:prstGeom>
          <a:noFill/>
          <a:ln w="25400">
            <a:solidFill>
              <a:srgbClr val="9AA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8672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then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123944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63040" y="41422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4672" y="47091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lessons, take quizzes.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82112" y="4485132"/>
            <a:ext cx="219456" cy="219456"/>
          </a:xfrm>
          <a:prstGeom prst="chevron">
            <a:avLst/>
          </a:prstGeom>
          <a:solidFill>
            <a:srgbClr val="B9BEDC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38862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85032" y="412394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3685032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343400" y="41422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progress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685032" y="47091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 updates live.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62472" y="4485132"/>
            <a:ext cx="219456" cy="219456"/>
          </a:xfrm>
          <a:prstGeom prst="chevron">
            <a:avLst/>
          </a:prstGeom>
          <a:solidFill>
            <a:srgbClr val="B9BEDC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3886200"/>
            <a:ext cx="2615184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65392" y="4123944"/>
            <a:ext cx="512064" cy="51206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4123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23760" y="414223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565392" y="47091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when course is finished.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5294"/>
            </a:avLst>
          </a:prstGeom>
          <a:solidFill>
            <a:srgbClr val="12173A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each step: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app calls REST APIs, Django enforces permissions and updates PostgreSQL, and notifications fire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EA5A0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engagement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notifications update instantly — no page refresh — powered by WebSockets, Django Channels and Redis.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15184" cy="1645920"/>
          </a:xfrm>
          <a:prstGeom prst="roundRect">
            <a:avLst>
              <a:gd name="adj" fmla="val 7778"/>
            </a:avLst>
          </a:prstGeom>
          <a:solidFill>
            <a:srgbClr val="1E255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asks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644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 question in the course Q&amp;A.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82112" y="3127248"/>
            <a:ext cx="219456" cy="237744"/>
          </a:xfrm>
          <a:prstGeom prst="chevron">
            <a:avLst/>
          </a:prstGeom>
          <a:solidFill>
            <a:srgbClr val="0EA5A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2423160"/>
            <a:ext cx="2615184" cy="1645920"/>
          </a:xfrm>
          <a:prstGeom prst="roundRect">
            <a:avLst>
              <a:gd name="adj" fmla="val 7778"/>
            </a:avLst>
          </a:prstGeom>
          <a:solidFill>
            <a:srgbClr val="1E2551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3320" y="267919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269748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2644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routes it over a WebSocket.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62472" y="3127248"/>
            <a:ext cx="219456" cy="237744"/>
          </a:xfrm>
          <a:prstGeom prst="chevron">
            <a:avLst/>
          </a:prstGeom>
          <a:solidFill>
            <a:srgbClr val="0EA5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2423160"/>
            <a:ext cx="2615184" cy="1645920"/>
          </a:xfrm>
          <a:prstGeom prst="roundRect">
            <a:avLst>
              <a:gd name="adj" fmla="val 7778"/>
            </a:avLst>
          </a:prstGeom>
          <a:solidFill>
            <a:srgbClr val="1E255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679192"/>
            <a:ext cx="457200" cy="457200"/>
          </a:xfrm>
          <a:prstGeom prst="ellipse">
            <a:avLst/>
          </a:prstGeom>
          <a:solidFill>
            <a:srgbClr val="F5715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269748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relays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2644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to everyone in the room.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42832" y="3127248"/>
            <a:ext cx="219456" cy="237744"/>
          </a:xfrm>
          <a:prstGeom prst="chevron">
            <a:avLst/>
          </a:prstGeom>
          <a:solidFill>
            <a:srgbClr val="0EA5A0"/>
          </a:solidFill>
          <a:ln/>
        </p:spPr>
      </p:sp>
      <p:sp>
        <p:nvSpPr>
          <p:cNvPr id="24" name="Shape 22"/>
          <p:cNvSpPr/>
          <p:nvPr/>
        </p:nvSpPr>
        <p:spPr>
          <a:xfrm>
            <a:off x="9189720" y="2423160"/>
            <a:ext cx="2615184" cy="1645920"/>
          </a:xfrm>
          <a:prstGeom prst="roundRect">
            <a:avLst>
              <a:gd name="adj" fmla="val 7778"/>
            </a:avLst>
          </a:prstGeom>
          <a:solidFill>
            <a:srgbClr val="1E2551"/>
          </a:solidFill>
          <a:ln/>
        </p:spPr>
      </p:sp>
      <p:sp>
        <p:nvSpPr>
          <p:cNvPr id="25" name="Shape 23"/>
          <p:cNvSpPr/>
          <p:nvPr/>
        </p:nvSpPr>
        <p:spPr>
          <a:xfrm>
            <a:off x="9464040" y="2679192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6" name="Text 24"/>
          <p:cNvSpPr/>
          <p:nvPr/>
        </p:nvSpPr>
        <p:spPr>
          <a:xfrm>
            <a:off x="94640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0" y="269748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update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64040" y="326440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&amp; peers see it instantly.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real-time channel also powers notifications for enrolments, new lessons, answers, refunds and announcements.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074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874520" y="507492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74520" y="5074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lesson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291840" y="507492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5074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answer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09160" y="507492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5074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0" y="5074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551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5074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&amp; relationships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880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1682496" cy="420624"/>
          </a:xfrm>
          <a:prstGeom prst="roundRect">
            <a:avLst>
              <a:gd name="adj" fmla="val 21739"/>
            </a:avLst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5740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6700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700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(role, profile)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2084832" cy="2880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08376" y="2057400"/>
            <a:ext cx="1682496" cy="420624"/>
          </a:xfrm>
          <a:prstGeom prst="roundRect">
            <a:avLst>
              <a:gd name="adj" fmla="val 21739"/>
            </a:avLst>
          </a:prstGeom>
          <a:solidFill>
            <a:srgbClr val="0EA5A0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205740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08376" y="26700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6700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08376" y="3145536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314553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8376" y="3621024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362102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08376" y="4096512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409651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2084832" cy="2880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66944" y="2057400"/>
            <a:ext cx="1682496" cy="420624"/>
          </a:xfrm>
          <a:prstGeom prst="roundRect">
            <a:avLst>
              <a:gd name="adj" fmla="val 21739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944" y="205740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66944" y="26700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6700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66944" y="3145536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314553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Progress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24344" y="1828800"/>
            <a:ext cx="2084832" cy="2880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25512" y="2057400"/>
            <a:ext cx="1682496" cy="420624"/>
          </a:xfrm>
          <a:prstGeom prst="roundRect">
            <a:avLst>
              <a:gd name="adj" fmla="val 21739"/>
            </a:avLst>
          </a:prstGeom>
          <a:solidFill>
            <a:srgbClr val="F5715A"/>
          </a:solidFill>
          <a:ln/>
        </p:spPr>
      </p:sp>
      <p:sp>
        <p:nvSpPr>
          <p:cNvPr id="29" name="Text 27"/>
          <p:cNvSpPr/>
          <p:nvPr/>
        </p:nvSpPr>
        <p:spPr>
          <a:xfrm>
            <a:off x="7525512" y="205740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25512" y="26700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26700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25512" y="3145536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5512" y="314553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Message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25512" y="3621024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25512" y="362102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582912" y="1828800"/>
            <a:ext cx="2084832" cy="2880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84080" y="2057400"/>
            <a:ext cx="1682496" cy="420624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9784080" y="205740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784080" y="26700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5F6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26700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10000"/>
            </a:avLst>
          </a:prstGeom>
          <a:solidFill>
            <a:srgbClr val="EEF0FA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138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connect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4400" y="546811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 owns many courses ·  a course has modules → lessons ·  a student's enrollment tracks progress per lesson ·  reviews, Q&amp;A and payments all link a user to a course.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phased, incremental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13432"/>
            <a:ext cx="10515600" cy="0"/>
          </a:xfrm>
          <a:prstGeom prst="line">
            <a:avLst/>
          </a:prstGeom>
          <a:noFill/>
          <a:ln w="38100">
            <a:solidFill>
              <a:srgbClr val="E4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057400"/>
            <a:ext cx="512064" cy="51206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69157" y="2057400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069157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85109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1385" y="2057400"/>
            <a:ext cx="512064" cy="512064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3571385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87337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3614" y="205740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3614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89566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75842" y="205740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75842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1794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78071" y="2057400"/>
            <a:ext cx="512064" cy="512064"/>
          </a:xfrm>
          <a:prstGeom prst="ellipse">
            <a:avLst/>
          </a:prstGeom>
          <a:solidFill>
            <a:srgbClr val="F5715A"/>
          </a:solidFill>
          <a:ln/>
        </p:spPr>
      </p:sp>
      <p:sp>
        <p:nvSpPr>
          <p:cNvPr id="21" name="Text 19"/>
          <p:cNvSpPr/>
          <p:nvPr/>
        </p:nvSpPr>
        <p:spPr>
          <a:xfrm>
            <a:off x="8078071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94023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80299" y="2057400"/>
            <a:ext cx="512064" cy="51206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4" name="Text 22"/>
          <p:cNvSpPr/>
          <p:nvPr/>
        </p:nvSpPr>
        <p:spPr>
          <a:xfrm>
            <a:off x="9580299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96251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082528" y="2057400"/>
            <a:ext cx="512064" cy="512064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7" name="Text 25"/>
          <p:cNvSpPr/>
          <p:nvPr/>
        </p:nvSpPr>
        <p:spPr>
          <a:xfrm>
            <a:off x="1108252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98480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53949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8680" y="4233672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 — entities, relationships and an ER diagram before code.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feature at a time, fully working, then move on.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+ validation + permissions before 'done'.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and documentation after every phase.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45352" y="3520440"/>
            <a:ext cx="5394960" cy="2697480"/>
          </a:xfrm>
          <a:prstGeom prst="roundRect">
            <a:avLst>
              <a:gd name="adj" fmla="val 4068"/>
            </a:avLst>
          </a:prstGeom>
          <a:solidFill>
            <a:srgbClr val="12173A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philosophy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565392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pPr indent="0" marL="0">
              <a:buNone/>
            </a:pPr>
            <a:r>
              <a:rPr lang="en-US" sz="15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clever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65392" y="4754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pPr indent="0" marL="0">
              <a:buNone/>
            </a:pPr>
            <a:r>
              <a:rPr lang="en-US" sz="15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abstract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65392" y="5212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pPr indent="0" marL="0">
              <a:buNone/>
            </a:pPr>
            <a:r>
              <a:rPr lang="en-US" sz="15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optimised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65392" y="5669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pPr indent="0" marL="0">
              <a:buNone/>
            </a:pPr>
            <a:r>
              <a:rPr lang="en-US" sz="1500" dirty="0">
                <a:solidFill>
                  <a:srgbClr val="AE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perfect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F571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394960" cy="320040"/>
          </a:xfrm>
          <a:prstGeom prst="rect">
            <a:avLst/>
          </a:prstGeom>
          <a:solidFill>
            <a:srgbClr val="F5715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real-time WebSockets alongside normal REST requests.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payment webhooks and refunds across two gateways.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role-based permissions that stay simple but secure.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growing feature set organised in one codebase.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178308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0EA5A0"/>
          </a:solidFill>
          <a:ln/>
        </p:spPr>
      </p:sp>
      <p:sp>
        <p:nvSpPr>
          <p:cNvPr id="11" name="Shape 9"/>
          <p:cNvSpPr/>
          <p:nvPr/>
        </p:nvSpPr>
        <p:spPr>
          <a:xfrm>
            <a:off x="6245352" y="2148840"/>
            <a:ext cx="5394960" cy="3200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65392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of a full-stack app connect end-to-end.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clean database schema and REST API from scratch.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third-party services (payments, email) safely.</a:t>
            </a:r>
            <a:endParaRPr lang="en-US" sz="14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incrementally and prioritising clarity over cleverness.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9333"/>
            </a:avLst>
          </a:prstGeom>
          <a:solidFill>
            <a:srgbClr val="1217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3852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online learning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delivered an end-to-end product covering authentication, courses, payments, progress, real-time engagement and administration — built to be simple, correct and easy to maintain.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COULD GO NEXT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050792"/>
            <a:ext cx="146304" cy="14630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5935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search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3251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autocomplete &amp; popularity ranking.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79476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4050792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395935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analytics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43251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dashboards for mentors and admins.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794760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40507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668512" y="395935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experience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0" y="43251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app or responsive PWA.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32180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23036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classes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sessions and scheduled cohorts.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065776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5321808"/>
            <a:ext cx="146304" cy="146304"/>
          </a:xfrm>
          <a:prstGeom prst="ellipse">
            <a:avLst/>
          </a:prstGeom>
          <a:solidFill>
            <a:srgbClr val="F5715A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523036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17720" y="559612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plans beyond one-off purchases.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5065776"/>
            <a:ext cx="3502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890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5321808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8668512" y="523036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12480" y="559612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heavy modules into services if needed.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566160"/>
            <a:ext cx="4206240" cy="4206240"/>
          </a:xfrm>
          <a:prstGeom prst="ellipse">
            <a:avLst/>
          </a:prstGeom>
          <a:ln w="19050">
            <a:solidFill>
              <a:srgbClr val="243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4160520"/>
            <a:ext cx="3017520" cy="3017520"/>
          </a:xfrm>
          <a:prstGeom prst="ellipse">
            <a:avLst/>
          </a:prstGeom>
          <a:ln w="19050">
            <a:solidFill>
              <a:srgbClr val="2C3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754880"/>
            <a:ext cx="1828800" cy="1828800"/>
          </a:xfrm>
          <a:prstGeom prst="ellipse">
            <a:avLst/>
          </a:prstGeom>
          <a:ln w="19050">
            <a:solidFill>
              <a:srgbClr val="433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  ·  Internship Final Presentation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029200" cy="0"/>
          </a:xfrm>
          <a:prstGeom prst="line">
            <a:avLst/>
          </a:prstGeom>
          <a:noFill/>
          <a:ln w="19050">
            <a:solidFill>
              <a:srgbClr val="3A45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3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[email@example.com]   ·   [GitHub / demo link]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Learning Platform</dc:title>
  <dc:subject>PptxGenJS Presentation</dc:subject>
  <dc:creator>Internship Project</dc:creator>
  <cp:lastModifiedBy>Internship Project</cp:lastModifiedBy>
  <cp:revision>1</cp:revision>
  <dcterms:created xsi:type="dcterms:W3CDTF">2026-07-13T06:15:18Z</dcterms:created>
  <dcterms:modified xsi:type="dcterms:W3CDTF">2026-07-13T06:15:18Z</dcterms:modified>
</cp:coreProperties>
</file>